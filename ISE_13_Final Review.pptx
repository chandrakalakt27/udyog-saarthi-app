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76" r:id="rId4"/>
    <p:sldId id="275" r:id="rId5"/>
    <p:sldId id="277" r:id="rId6"/>
    <p:sldId id="278" r:id="rId7"/>
    <p:sldId id="279" r:id="rId8"/>
    <p:sldId id="268" r:id="rId9"/>
    <p:sldId id="282" r:id="rId10"/>
    <p:sldId id="283" r:id="rId11"/>
    <p:sldId id="284" r:id="rId12"/>
    <p:sldId id="271" r:id="rId13"/>
    <p:sldId id="280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Udyog Saarthi App 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8" y="2045352"/>
            <a:ext cx="4628252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Number:ISE-13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1576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of: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 .Smitha S P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766235609"/>
              </p:ext>
            </p:extLst>
          </p:nvPr>
        </p:nvGraphicFramePr>
        <p:xfrm>
          <a:off x="553347" y="2721840"/>
          <a:ext cx="5709801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197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2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418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20221ISE0088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Pruthvi BS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20221ISE0117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Ganavi HR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20221ISE0135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Chandrakala KT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Final-Review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553347" y="4306530"/>
            <a:ext cx="10812743" cy="17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Btech Information science and engineering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Dr.Zafar Ali Khan N</a:t>
            </a:r>
          </a:p>
          <a:p>
            <a:pPr lvl="0">
              <a:lnSpc>
                <a:spcPct val="150000"/>
              </a:lnSpc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Suma NG</a:t>
            </a:r>
          </a:p>
          <a:p>
            <a:pPr lvl="0">
              <a:lnSpc>
                <a:spcPct val="150000"/>
              </a:lnSpc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PSCS_39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Ministry of Social Justice &amp; Empowerment.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Persons with Disabilities (PwDs), especially under categories D &amp; E (Intellectual Disability, Autism Spectrum Disorder, Multiple Disabilities, Mental Illness, Specific Learning Disabilities), face challenges in accessing job notifications, awareness of 4% job reservation, and coaching opportunities. Lack of curated, accessible content and low literacy among parents further limits their employability, leading to unemployment for nearly 64% of PwDs in India.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F896-48C2-38D1-71F9-12A5F8CDF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Problem Statement: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F20C0-CA6F-8B27-0141-B56CA1427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285568"/>
            <a:ext cx="10668000" cy="4286864"/>
          </a:xfrm>
        </p:spPr>
        <p:txBody>
          <a:bodyPr>
            <a:norm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Despite progress in accessibility and skill development,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64% of Persons with Disabilities (PwDs) in India remain unemployed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Particularly those under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&amp; E categories (Intellectual Disability, Autism, Multiple Disabilities, Mental Illness, Specific Learning Disabilities)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struggle due to lack of awareness, inaccessible job notifications, and low parental literacy.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leads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missed opportunities under the 4% reservation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preventing PwDs from securing dignified jobs and limiting their inclusion in society. There is a strong need for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centralized, accessible platform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bridges the gap between job opportunities, coaching support, and awareness.</a:t>
            </a:r>
          </a:p>
          <a:p>
            <a:pPr marL="76200" indent="0">
              <a:lnSpc>
                <a:spcPct val="200000"/>
              </a:lnSpc>
              <a:buNone/>
            </a:pPr>
            <a:endParaRPr lang="en-IN" sz="20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699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04E3-DE36-D82D-ACC8-F076F9F2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Objective: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9FB1F9A-A083-EB19-4BCE-62269632F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681780"/>
            <a:ext cx="873432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accessible Progressive Web App (PWA)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notifications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tracking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resources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post/remove jobs with feedback reasons.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register, log in, and apply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Contribute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inclusion and employability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under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RPwD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Act, 2016.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24AC-6B20-9D0A-DBFB-5AD8DF7C2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Literature Review 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A3D5B0-8B48-ED28-6D73-449726A7D6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799" y="1565432"/>
            <a:ext cx="751512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portals (like Naukri, Employment News) lack accessibility.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disability-specific filters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assistive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PwDs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parents often unaware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opportunities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Udyog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Saarthi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fills this gap with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inclusive PWA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approach.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80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5D3EF-E6F0-0884-E9AD-049128CD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4637"/>
            <a:ext cx="10668000" cy="757749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Proposed System: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2364D7-3BF7-8825-D326-58E1CA3B8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87297"/>
            <a:ext cx="588815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Web-based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accessible from any device.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Module: Registration, Login, Apply Jobs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Module: Post Jobs, View/Remove Applications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Module: Display jobs, Filter by disability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Utility Module: Navigation, Logout, Notifications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Storage: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Browser localStorage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HTML, CSS, JavaScript, PWA Manifest</a:t>
            </a:r>
          </a:p>
        </p:txBody>
      </p:sp>
    </p:spTree>
    <p:extLst>
      <p:ext uri="{BB962C8B-B14F-4D97-AF65-F5344CB8AC3E}">
        <p14:creationId xmlns:p14="http://schemas.microsoft.com/office/powerpoint/2010/main" val="237925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A4CA8-1FF1-B34E-DDEB-28C6CA380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Algorithm: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B0A3D9-7499-5C81-02C8-FB6CC7D81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41047"/>
            <a:ext cx="7298813" cy="510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Example: User Registration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dirty="0"/>
              <a:t>Input: Name, Email, Password, Disability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Check if email exists in localStorage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If not → Save user → redirect to Login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Else → Alert: “Already Registered”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Example: Job Posting (Admin)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dirty="0"/>
              <a:t>Input Job Title, Description, Disability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Save job in “jobs” array in localStorage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Display on user homepage</a:t>
            </a:r>
          </a:p>
          <a:p>
            <a:pPr marL="28575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899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Flowchart and Implementation: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660400" y="1466233"/>
            <a:ext cx="10668000" cy="390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Post Job →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Module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Apply Job →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Applications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Admin Feedback</a:t>
            </a:r>
          </a:p>
          <a:p>
            <a:pPr marL="7620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Implementation: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HTML, CSS, JavaScript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localStorage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 &amp; Login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posting &amp; removal with feedback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Applications &amp; Removed Applications view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PWA installable on mobile devices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Accessibility: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Responsive design, large fonts, simple navigation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0906B-E794-6E97-696A-14A37D753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 Screenshots: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6365A-0B08-1F20-D1FC-6EA85E835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07690"/>
            <a:ext cx="5384700" cy="4818613"/>
          </a:xfrm>
        </p:spPr>
        <p:txBody>
          <a:bodyPr/>
          <a:lstStyle/>
          <a:p>
            <a:pPr marL="508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User Registration Page:</a:t>
            </a:r>
          </a:p>
          <a:p>
            <a:pPr marL="5080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080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080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31B3B-3F4B-CF7C-1D4C-096705FD35C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97600" y="1307690"/>
            <a:ext cx="5384700" cy="4818613"/>
          </a:xfrm>
        </p:spPr>
        <p:txBody>
          <a:bodyPr/>
          <a:lstStyle/>
          <a:p>
            <a:pPr marL="508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Login Page:</a:t>
            </a:r>
          </a:p>
          <a:p>
            <a:pPr marL="5080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080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F49DCD-A67D-FA0C-37C5-65B2A33008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55" y="2478815"/>
            <a:ext cx="4886632" cy="3253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E40568-FF5F-694C-720E-842C3BBD15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677" y="2566220"/>
            <a:ext cx="5024284" cy="3766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8686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8C63B-AD5D-A565-0D5A-3725ED10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7ECA6-3D90-0FC4-D4CD-6E1331CB6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 Screenshots: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84F8F-909B-6E1F-2C9A-62421AD40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07690"/>
            <a:ext cx="5384700" cy="4818613"/>
          </a:xfrm>
        </p:spPr>
        <p:txBody>
          <a:bodyPr/>
          <a:lstStyle/>
          <a:p>
            <a:pPr marL="508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Admin Page:</a:t>
            </a:r>
          </a:p>
          <a:p>
            <a:pPr marL="5080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080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080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D9F78-2DFB-8EFB-B6E4-612D73BCDF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97600" y="1307690"/>
            <a:ext cx="5384700" cy="4818613"/>
          </a:xfrm>
        </p:spPr>
        <p:txBody>
          <a:bodyPr/>
          <a:lstStyle/>
          <a:p>
            <a:pPr marL="5080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080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080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D5CE82-AF23-971F-DEA3-AEC1919CC6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74" y="2281084"/>
            <a:ext cx="5053781" cy="300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4B59D0-BD1D-5214-55FA-C54B726D1A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458" y="2281084"/>
            <a:ext cx="5306142" cy="30005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0654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5E9D-5E65-B308-01DC-9548FAAC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 Screenshots: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49A05-7973-8040-C812-32AC42145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User Home Page:</a:t>
            </a:r>
          </a:p>
          <a:p>
            <a:pPr marL="50800" indent="0">
              <a:buNone/>
            </a:pPr>
            <a:endParaRPr lang="en-US" dirty="0"/>
          </a:p>
          <a:p>
            <a:pPr marL="50800" indent="0">
              <a:buNone/>
            </a:pP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950A4-4D08-8ACD-D11D-7917F34F331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My Applications Page: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EC957-6DF8-A2E4-682D-7BD87E3303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13" y="2526889"/>
            <a:ext cx="5211097" cy="293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EEDE26-358F-A806-E226-DB5F43BC74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974" y="2526888"/>
            <a:ext cx="4965290" cy="35002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5998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59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Results and Testing: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2CA561-50E3-8DF4-E66D-B86D7BF84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021889"/>
            <a:ext cx="10668000" cy="6860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modules successfully integrated.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 testing completed on browser and mobile.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supports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offline use (PWA)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experience improved through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UI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8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Conclusion: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inclusive job platform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PwDs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transparency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usability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all stakeholders.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employment and empowerment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persons with disabilities.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 can be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extended with backend integration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real-world use.</a:t>
            </a:r>
          </a:p>
          <a:p>
            <a:pPr marL="76200" indent="0">
              <a:lnSpc>
                <a:spcPct val="150000"/>
              </a:lnSpc>
              <a:buNone/>
            </a:pPr>
            <a:endParaRPr lang="en-US" sz="2800" b="1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76200" indent="0">
              <a:lnSpc>
                <a:spcPct val="150000"/>
              </a:lnSpc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D0B72-0277-54FF-3E60-1F54EF14B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References: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3581107-5F2B-7E5E-03E9-FE7210E70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140997"/>
            <a:ext cx="9963355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PMC Study on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Employment in India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IJRSR Journal on Opportunities and Challenges for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CSR Journal Report on Job Portals for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ETHRWorld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Article – India’s First AI-based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Job Platform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Ministry of Statistics, “Persons with Disabilities Report,” Govt. of India, 2021.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Ministry of Social Justice and Empowerment, “Rights of Persons with Disabilities Act (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RPwD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),” 2016.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124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764</Words>
  <Application>Microsoft Office PowerPoint</Application>
  <PresentationFormat>Widescreen</PresentationFormat>
  <Paragraphs>114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Verdana</vt:lpstr>
      <vt:lpstr>Bioinformatics</vt:lpstr>
      <vt:lpstr>Udyog Saarthi App </vt:lpstr>
      <vt:lpstr>Problem Statement Number: PSCS_39</vt:lpstr>
      <vt:lpstr>Problem Statement:</vt:lpstr>
      <vt:lpstr>Objective:</vt:lpstr>
      <vt:lpstr>Literature Review :</vt:lpstr>
      <vt:lpstr>Proposed System:</vt:lpstr>
      <vt:lpstr>Algorithm:</vt:lpstr>
      <vt:lpstr>Flowchart and Implementation:</vt:lpstr>
      <vt:lpstr>Output Screenshots:</vt:lpstr>
      <vt:lpstr>Output Screenshots:</vt:lpstr>
      <vt:lpstr>Output Screenshots:</vt:lpstr>
      <vt:lpstr>Results and Testing: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Chandrakala K T</cp:lastModifiedBy>
  <cp:revision>58</cp:revision>
  <dcterms:modified xsi:type="dcterms:W3CDTF">2025-11-07T08:55:25Z</dcterms:modified>
</cp:coreProperties>
</file>