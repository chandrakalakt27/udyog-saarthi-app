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76" r:id="rId4"/>
    <p:sldId id="275" r:id="rId5"/>
    <p:sldId id="277" r:id="rId6"/>
    <p:sldId id="278" r:id="rId7"/>
    <p:sldId id="279" r:id="rId8"/>
    <p:sldId id="268" r:id="rId9"/>
    <p:sldId id="271" r:id="rId10"/>
    <p:sldId id="28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Udyog Saarthi App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8" y="2045352"/>
            <a:ext cx="462825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Number:ISE-13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1576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 .Smitha S 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766235609"/>
              </p:ext>
            </p:extLst>
          </p:nvPr>
        </p:nvGraphicFramePr>
        <p:xfrm>
          <a:off x="553347" y="2721840"/>
          <a:ext cx="5709801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197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41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20221ISE0088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Pruthvi BS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20221ISE0117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Ganavi HR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20221ISE0135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Chandrakala KT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306530"/>
            <a:ext cx="10812743" cy="17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Btech Information science and engineering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 Ali Khan N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NG</a:t>
            </a:r>
          </a:p>
          <a:p>
            <a:pPr lvl="0">
              <a:lnSpc>
                <a:spcPct val="150000"/>
              </a:lnSpc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PSCS_39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Social Justice &amp; Empowerment.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Persons with Disabilities (PwDs), especially under categories D &amp; E (Intellectual Disability, Autism Spectrum Disorder, Multiple Disabilities, Mental Illness, Specific Learning Disabilities), face challenges in accessing job notifications, awareness of 4% job reservation, and coaching opportunities. Lack of curated, accessible content and low literacy among parents further limits their employability, leading to unemployment for nearly 64% of PwDs in India.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F896-48C2-38D1-71F9-12A5F8CD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20C0-CA6F-8B27-0141-B56CA1427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386349"/>
            <a:ext cx="10668000" cy="4286864"/>
          </a:xfrm>
        </p:spPr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progress in accessibility and skill development,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64% of Persons with Disabilities (PwDs) in India remain unemployed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Particularly those under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&amp; E categories (Intellectual Disability, Autism, Multiple Disabilities, Mental Illness, Specific Learning Disabilities)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struggle due to lack of awareness, inaccessible job notifications, and low parental literacy.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leads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missed opportunities under the 4% reservation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preventing PwDs from securing dignified jobs and limiting their inclusion in society. There is a strong need for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centralized, accessible platform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bridges the gap between job opportunities, coaching support, and awareness.</a:t>
            </a:r>
          </a:p>
          <a:p>
            <a:pPr marL="76200" indent="0">
              <a:lnSpc>
                <a:spcPct val="200000"/>
              </a:lnSpc>
              <a:buNone/>
            </a:pPr>
            <a:endParaRPr lang="en-IN" sz="20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69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04E3-DE36-D82D-ACC8-F076F9F2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BD2C1-040E-5969-566A-C09A937B7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032026"/>
            <a:ext cx="10136719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Progressive Web App that provides accessible job notifications for PwDs.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offer coaching and training resources in simple, disability-friendly formats.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PwDs in applying for jobs through guided steps.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spread awareness among parents/guardians.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increase employability and promote inclusion of PwDs in society.</a:t>
            </a:r>
          </a:p>
        </p:txBody>
      </p:sp>
    </p:spTree>
    <p:extLst>
      <p:ext uri="{BB962C8B-B14F-4D97-AF65-F5344CB8AC3E}">
        <p14:creationId xmlns:p14="http://schemas.microsoft.com/office/powerpoint/2010/main" val="35353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24AC-6B20-9D0A-DBFB-5AD8DF7C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6FA8E-77D2-A51C-A886-EBD12FA2F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60259"/>
            <a:ext cx="9872223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portals (Naukri, Employment News) are not disability-friendly.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PwDs lack awareness about government job reservations.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 features like text-to-speech and high contrast are rarely integrated in job apps.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Related apps focus more on education or accessibility tools, not job coaching.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Thus, there is a gap for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employment-focused, accessible PWA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PwDs.</a:t>
            </a:r>
          </a:p>
        </p:txBody>
      </p:sp>
    </p:spTree>
    <p:extLst>
      <p:ext uri="{BB962C8B-B14F-4D97-AF65-F5344CB8AC3E}">
        <p14:creationId xmlns:p14="http://schemas.microsoft.com/office/powerpoint/2010/main" val="239880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D3EF-E6F0-0884-E9AD-049128CD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4637"/>
            <a:ext cx="10668000" cy="757749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3798A-C0CB-22FE-9F08-28EE0B112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455174"/>
            <a:ext cx="10668000" cy="40803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Inaccessibility, lack of awareness, missed opportunities, low parental literacy.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64% of PwDs remain unemployed.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centralized, accessible platform for jobs, training, and guidance aligned with RPwD Act 2016.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2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4CA8-1FF1-B34E-DDEB-28C6CA38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B0A3D9-7499-5C81-02C8-FB6CC7D81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554339"/>
            <a:ext cx="72988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notifications in simplified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arge font, high contrast.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Progressive Web App (PWA)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coaching/training directories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589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60400" y="1618634"/>
            <a:ext cx="10668000" cy="215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Link: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https://github.com/ISE-13/Udyog-Saarthi-.git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5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Software &amp; Hardware Requirements: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2CA561-50E3-8DF4-E66D-B86D7BF84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9768" y="1198538"/>
            <a:ext cx="1088103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Backend: Node.js , JavaScript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Frontend: HTML, CSS,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Angular+Bootstrap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if required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API’s(Job listing APIs)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Authentication: Secure login with JWT or OAuth.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Accessibility Tools: ARIA labels, screen reader support.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Standard Laptop/PC (8GB RAM, 256GB HDD, Windows/Linux)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0B72-0277-54FF-3E60-1F54EF14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88F0A1-B79D-CBDC-0115-6734C1A3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799" y="1863875"/>
            <a:ext cx="112513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1-2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Requirement analysis &amp; Literature review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3-4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System design (DFD, ERD, UI mockups)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5-6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Backend development (APIs, DB setup)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7-8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Frontend development (UI, accessibility features)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Integration &amp; testing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Documentation &amp; final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B119E2-78E9-5DB4-E171-7E7B1BC5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852" y="1307689"/>
            <a:ext cx="4463846" cy="38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2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7"/>
            <a:ext cx="10668000" cy="67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(IEEE format):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7EC6B8-FF46-6610-F342-A7C04DC0B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67156"/>
            <a:ext cx="1103699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Statistics, “Persons with Disabilities Report,” Govt. of India, 2021.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Ministry of Social Justice and Empowerment, “Rights of Persons with Disabilities Act (RPwD),” 2016.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United Nations, “Sustainable Development Goals,” 2015.</a:t>
            </a:r>
          </a:p>
          <a:p>
            <a:pPr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W3C, “Web Content Accessibility Guidelines (WCAG) 2.1,” 2018.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729</Words>
  <Application>Microsoft Office PowerPoint</Application>
  <PresentationFormat>Widescreen</PresentationFormat>
  <Paragraphs>84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Verdana</vt:lpstr>
      <vt:lpstr>Bioinformatics</vt:lpstr>
      <vt:lpstr>Udyog Saarthi App </vt:lpstr>
      <vt:lpstr>Problem Statement Number: PSCS_39</vt:lpstr>
      <vt:lpstr>Problem Statement:</vt:lpstr>
      <vt:lpstr>Objective:</vt:lpstr>
      <vt:lpstr>Background and Related Work:</vt:lpstr>
      <vt:lpstr>Analysis of Problem Statement:</vt:lpstr>
      <vt:lpstr>Innovation / Novel Contributions:</vt:lpstr>
      <vt:lpstr>Github Link</vt:lpstr>
      <vt:lpstr>Software &amp; Hardware Requirements:</vt:lpstr>
      <vt:lpstr>Timeline (Gantt Chart)</vt:lpstr>
      <vt:lpstr>References (IEEE format):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Chandrakala K T</cp:lastModifiedBy>
  <cp:revision>57</cp:revision>
  <dcterms:modified xsi:type="dcterms:W3CDTF">2025-11-07T07:44:37Z</dcterms:modified>
</cp:coreProperties>
</file>